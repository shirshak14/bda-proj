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Behaviour Analysis and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 using PySpark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/ Large Data Application -- Mini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Online Retail II (UCI Machine Learning Repository)  |  1,067,371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transaction data at a scale single machines struggle to process.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to understand customer behaviour, segment customers, and recommend products.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(Excel, plain Pandas) do not scale past a few hundred thousand rows comfortably.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Big Data pipeline, using PySpark, that scales to millions of transaction records.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Design a PySpark pipeline for e-commerce customer analysis and recommendations.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clean a real, large transaction dataset.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behaviour, products, and purchase patterns using Spark SQL.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with RFM analysis + K-Means clustering.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products per customer using ALS collaborative filtering.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and discuss how the design scales.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Online Retail II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(also mirrored on Kaggle)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 rows  |  8 columns  |  License: CC BY 4.0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01/12/2009 - 09/12/2011, UK-based online gift-ware retailer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Invoice, StockCode, Description, Quantity, InvoiceDate, Price, Customer ID, Country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has real Customer IDs, real dates, and enough scale to justify Spark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/ 3.11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PySpark 3.5.x -- DataFrames + Spark SQL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-- KMeans, ALS, VectorAssembler, StandardScaler, StringIndexer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-- used only once, to convert the source .xlsx to .csv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for visualization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CSV (raw) -&gt; Parquet (processed)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3774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+ infer schema)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37744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16352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23774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(clean, dedupe, TotalPrice)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82312" y="237744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38344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E5C9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38344" y="23774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(Spark SQL: behaviour,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patterns)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04304" y="237744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60336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E5C9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0336" y="23774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Recs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(RFM + K-Means, ALS)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37744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482328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82328" y="23774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(Matplotlib / Seaborn)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389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after ingestion uses PySpark DataFrames / Spark SQL / MLlib -- pandas appears only for the one-time xlsx-to-csv conversion and for plotting small, already-aggregated result tables.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using PySpark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schema inference directly from CSV via Spark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null handling, deduplication, type casting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detection (Invoice starting with 'C') and filtering invalid rows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aggregation and Spark SQL queries for every metric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for customer-spend ranking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for clustering (KMeans) and recommendations (ALS)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persisted as Parquet for fast re-use by later stages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customers, total orders, total revenue, average order value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spending customers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per customer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vs one-time customers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distribution (via Spark Window ranking)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trends by month and by hour of day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(RFM + K-Means)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days since the customer's last purchase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number of distinct orders placed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Monetary: total amount spent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standardized, then clustered with Spark MLlib K-Means (k = 4)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labelled by ACTUAL cluster averages, not hard-coded assumptions: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High-value  |  Regular  |  Occasional  |  Low-activity customers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 (ALS)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ALS with implicit feedback (implicitPrefs = True)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used: total quantity of each product purchased per customer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maps alphanumeric StockCode to numeric IDs for ALS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top-N recommended products per Customer ID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held-out RMSE as a sanity check on the learned factors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 and by quantity sold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 (used in place of 'category', which the data lacks)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distribution histogram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across the 2-year dataset period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distribution (pie chart)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ALS recommendation scores for one real customer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working PySpark pipeline on a real 1M+ row dataset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Spark SQL analysis, RFM + K-Means segmentation, and ALS recommendations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scales unchanged to a real multi-node Spark cluster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streaming ingestion (Kafka/Flume), live recommendation API, Hive table integration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2026-09-22T18:25:45Z</dcterms:created>
  <dcterms:modified xsi:type="dcterms:W3CDTF">2026-09-22T18:25:45Z</dcterms:modified>
</cp:coreProperties>
</file>